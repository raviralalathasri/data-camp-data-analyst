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C1F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C1F3B"/>
                </a:solidFill>
                <a:latin typeface="Arial" panose="020B0604020202020204"/>
              </a:rPr>
              <a:t>Avg Activities per User</a:t>
            </a:r>
            <a:endParaRPr sz="1200" b="0" i="0" u="none" strike="noStrike">
              <a:solidFill>
                <a:srgbClr val="1C1F3B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Activities per User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Active (N)</c:v>
                </c:pt>
                <c:pt idx="1">
                  <c:v>Churned (Y)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1.41</c:v>
                </c:pt>
                <c:pt idx="1">
                  <c:v>0.36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5772dfc-7cae-4927-8f47-f741d08fab7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C1F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C1F3B"/>
                </a:solidFill>
                <a:latin typeface="Arial" panose="020B0604020202020204"/>
              </a:rPr>
              <a:t>Avg Support Resolution Time (hours)</a:t>
            </a:r>
            <a:endParaRPr sz="1200" b="0" i="0" u="none" strike="noStrike">
              <a:solidFill>
                <a:srgbClr val="1C1F3B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Resolution Time (hours)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Active Users</c:v>
                </c:pt>
                <c:pt idx="1">
                  <c:v>Churned Users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6.01</c:v>
                </c:pt>
                <c:pt idx="1">
                  <c:v>17.87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64498c3-387c-4577-9da8-48ae5a3b1ad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C1F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C1F3B"/>
                </a:solidFill>
                <a:latin typeface="Arial" panose="020B0604020202020204"/>
              </a:rPr>
              <a:t>Churn Rate by Subscription Plan (%)</a:t>
            </a:r>
            <a:endParaRPr sz="1200" b="0" i="0" u="none" strike="noStrike">
              <a:solidFill>
                <a:srgbClr val="1C1F3B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Pro</c:v>
                </c:pt>
                <c:pt idx="1">
                  <c:v>Basic</c:v>
                </c:pt>
                <c:pt idx="2">
                  <c:v>Enterprise</c:v>
                </c:pt>
                <c:pt idx="3">
                  <c:v>Free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22.4</c:v>
                </c:pt>
                <c:pt idx="1">
                  <c:v>23.7</c:v>
                </c:pt>
                <c:pt idx="2">
                  <c:v>26.1</c:v>
                </c:pt>
                <c:pt idx="3">
                  <c:v>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d2e7aa7-ef74-4c95-a175-c3441884e98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 will walk you through our churn analysis at Fit.ly — what's driving customers to leave, and what we can do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is at 28.5% — nearly 1 in 3 subscribers. Free plan users churn at 41%. Churned customers waited almost 18 hours for support resolution on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worked with three messy, real-world datasets and applied data cleaning, engagement scoring, and segmentation to find out why users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analysis, we thoroughly cleaned all three datasets. Key fixes: churn NaN filled as active, unknown channels standardised, timestamps parsed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 users average 1.41 activities. Churned users average just 0.36 — a 74% drop. Engagement is our strongest churn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Churned customers waited nearly 3× longer for support. 17.87 hours vs 6.01 hours. This is a fixable, operational problem with direct revenue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plan users churn at 41% — nearly twice the rate of Pro users at 22%. This is a clear conversion opportunity: help Free users see the value in upgrading.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KPIs to track: churn rate (28.5% → target 20%), engagement (1.81 → target 3+), resolution time (10.4h → target 6h), and free plan churn (41% → target 30%).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recommendations: re-engagement campaigns, faster support, Free plan conversion, early-warning dashboard, and onboarding improvements. First three are high-priority for next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summarise: churn is at 28.5%. We have three clear, high-impact actions to take. I'm 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F96167">
              <a:alpha val="25000"/>
            </a:srgbClr>
          </a:solidFill>
          <a:ln w="12700">
            <a:solidFill>
              <a:srgbClr val="F9616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F9C74F">
              <a:alpha val="20000"/>
            </a:srgbClr>
          </a:solidFill>
          <a:ln w="12700">
            <a:solidFill>
              <a:srgbClr val="F9C74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3152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Understanding &amp; Reducing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Churn at Fit.ly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09728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to Senior Leadership  ·  Fit.ly Tech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across 400 subscribers  |  3 data sources  |  5 actionable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28.5%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Churn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subscribers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651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731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41%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00400" y="224028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Plan Churn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risk segment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5176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17320"/>
            <a:ext cx="2651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A5E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17.9h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035040" y="224028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Resolution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26517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for churned users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Rising customer acquisition costs mean every churned user is doubly costly — we lose future revenue AND spend more to replace them. With </a:t>
            </a: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 out of 400 subscribers</a:t>
            </a:r>
            <a:r>
              <a:rPr lang="en-US" sz="130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already churned, urgent action is needed.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 and validated 3 datasets: account info (400 rows), customer support (918 tickets), user activity (445 events). Fixed missing churn flags, standardised channel labels, parsed timestamps.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3716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Engagement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847088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Measured activity counts per user across event types (workout tracking, article reads, video views, shares). Compared churned vs active users.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089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Analysed ticket volume and resolution time per user, segmented by churn status. Identified strong correlation between long resolution times and churn.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089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08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1089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&amp; Segment Analysis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584448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Calculated churn rates by subscription tier (Free, Basic, Pro, Enterprise) to identify highest-risk segments for targeted intervention.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5029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697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Account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697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400 rows · 2 issues fixed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1460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customer_id: No duplicates, all unique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email: All valid, no duplicates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state: 50 US states — valid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plan: 4 tiers (Basic, Free, Pro, Enterprise)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plan_list_price: Correct per tier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churn_status: 286 NaN → filled as "N" (active)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9748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2697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627632"/>
            <a:ext cx="2697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918 rows · 2 issues fixed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51460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ticket_time: Converted to datetime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user_id: Matches account IDs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channel: 39 "-" entries → replaced with "Unknown"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topic: 4 categories, all valid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resolution_time_hours: All positive, valid range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(resolved): Binary 0/1, valid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comments: 872 nulls → filled as "No Comment"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09728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97280"/>
            <a:ext cx="269748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143000"/>
            <a:ext cx="2697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Activity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1627632"/>
            <a:ext cx="2697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445 rows · 1 issues fixed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72200" y="1920240"/>
            <a:ext cx="251460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event_time: Converted to datetime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user_id: Matches account IDs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event_type: 4 types (track_workout, watch_video, read_article, share_workout)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nulls in any column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Sparse — many users have no activity record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FINDING 1: LOW ENGAGEMENT DRIVES CHURN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5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9728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143000"/>
            <a:ext cx="3200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74%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577840" y="178308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activities among churned users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60604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60720" y="269748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means: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60720" y="3017520"/>
            <a:ext cx="28346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who barely log in — no workout tracking, no video views — are far more likely to cancel. Inactive users are disengaged users.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Engagement is the single strongest predictor of retention in this dataset.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FINDING 2: SLOW SUPPORT LOSES CUSTOMERS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6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9728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143000"/>
            <a:ext cx="3200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9731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3×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577840" y="178308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longer wait for churned users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60604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60720" y="269748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means: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60720" y="3017520"/>
            <a:ext cx="28346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Churned users waited an average of 17.87 hours for support resolution vs 6.01 hours for active users. Poor support experience is a significant churn driver.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resolution builds trust. Slow response signals customers to look for alternatives.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FINDING 3: FREE PLAN IS HIGHEST CHURN RISK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7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1430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271016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2344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72200" y="153619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 users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0" y="12344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22.4%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577840" y="1984248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2112264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20756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72200" y="23774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118 users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72400" y="2075688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EA5E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23.7%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577840" y="2825496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0" y="2953512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291693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72200" y="321868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 users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72400" y="2916936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9731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26.1%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577840" y="3666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69280" y="379476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375818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72200" y="40599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105 users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72400" y="3758184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41.0%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KPI DASHBOARD: CURRENT BASELINE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0759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Churn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28.5%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&lt; 20%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50008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monthly. Target 20% in 2 quarters.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2588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30759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Eng. Activities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1.81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17373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&gt; 3.0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350008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per active user. Low = churn risk.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246120"/>
            <a:ext cx="320040" cy="3200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278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Resolution 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C7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10.4h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514600" y="365760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&lt; 6h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270248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all tickets. Aim for sub-6hr.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0632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24612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2278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Plan Churn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6118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41.0%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903720" y="365760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&lt; 30%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270248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segment to convert or retain.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Red = Action Required   ● Amber = Monitor Closely   These KPIs should be reviewed monthly by leadership.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207008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0700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6200" y="1207008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78408" y="120700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Re-engagement Campaigns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4023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users with zero activity in the past 30 days. Send personalised nudges: push notifications, email reminders, in-app challenges. Target: double activity rate.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" y="2505456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5054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2505456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8408" y="250545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Support Resolution Time to &lt; 6 Hours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2926080"/>
            <a:ext cx="4023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Hire or re-allocate support staff. Introduce SLA targets: first response &lt; 2h, resolution &lt; 6h. Churned users waited 18h on average — this is fixable.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6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" y="3803904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80390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3803904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78408" y="380390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Free Users with Upgrade Incentives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" y="4224528"/>
            <a:ext cx="4023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plan has 41% churn. Offer time-limited discounts or feature previews to Free users. Even converting 20% to Basic reduces overall churn by ~4 percentage points.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097280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120700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20700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1207008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67528" y="120700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an Early-Warning Churn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4023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users with declining activity + high resolution times as "at-risk." Automate weekly alerts to Customer Success team for proactive outreach.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395728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250545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5054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75320" y="2505456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67528" y="250545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 Onboarding for New Users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18888" y="2926080"/>
            <a:ext cx="4023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churned users show low engagement from day one. A guided onboarding flow (first workout, first article) can establish habit early and dramatically improve 30-day retention.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56032" cy="25603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1704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28.5% overall churn rate — urgent intervention needed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256032" cy="25603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Engagement is the #1 predictor: churned users do 74% fewer activities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05456"/>
            <a:ext cx="256032" cy="25603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8716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responsiveness matters: 3× longer waits for churned users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256032" cy="25603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45536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plan users churn at 41% — biggest conversion opportunity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22860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7772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31615"/>
            <a:ext cx="3657600" cy="9975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4635</Words>
  <Application>WPS Presentation</Application>
  <PresentationFormat>On-screen Show (16:9)</PresentationFormat>
  <Paragraphs>250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Fit.ly Churn Analysis</dc:title>
  <dc:creator>Data Analyst</dc:creator>
  <dc:subject>PptxGenJS Presentation</dc:subject>
  <cp:lastModifiedBy>WPS_1778158528</cp:lastModifiedBy>
  <cp:revision>2</cp:revision>
  <dcterms:created xsi:type="dcterms:W3CDTF">2026-06-09T05:58:00Z</dcterms:created>
  <dcterms:modified xsi:type="dcterms:W3CDTF">2026-06-09T06:21:11Z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393E7CA4E52141BB87BB48D68F1A679A_12</vt:lpwstr>
  </property>
  <property fmtid="{D5CDD505-2E9C-101B-9397-08002B2CF9AE}" pid="3" name="KSOProductBuildVer">
    <vt:lpwstr>1033-12.1.0.26880</vt:lpwstr>
  </property>
</Properties>
</file>